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 Sales Insights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Overview of sales performance</a:t>
            </a:r>
          </a:p>
          <a:p>
            <a:r>
              <a:t>- Key insights identified after analysis</a:t>
            </a:r>
          </a:p>
          <a:p>
            <a:r>
              <a:t>- High-level recommendations for strategic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car sales trend (Month-over-Month)</a:t>
            </a:r>
          </a:p>
          <a:p>
            <a:r>
              <a:t>- Best and worst performing car models</a:t>
            </a:r>
          </a:p>
          <a:p>
            <a:r>
              <a:t>- Regional sales breakdown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Top-Performing Car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Highlight top-selling models</a:t>
            </a:r>
          </a:p>
          <a:p>
            <a:r>
              <a:t>- Factors driving their performance</a:t>
            </a:r>
          </a:p>
          <a:p>
            <a:r>
              <a:t>- Visual: Use a bar chart showing model vs units sold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Low-Performing Car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underperforming models</a:t>
            </a:r>
          </a:p>
          <a:p>
            <a:r>
              <a:t>- Possible causes such as pricing, marketing, competition</a:t>
            </a:r>
          </a:p>
          <a:p>
            <a:r>
              <a:t>- Visual: Use a bar or line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Sales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Which regions are performing strongest</a:t>
            </a:r>
          </a:p>
          <a:p>
            <a:r>
              <a:t>- Underperforming regions</a:t>
            </a:r>
          </a:p>
          <a:p>
            <a:r>
              <a:t>- Visual: Map graphic or clustered bar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Customer preferences and behavior</a:t>
            </a:r>
          </a:p>
          <a:p>
            <a:r>
              <a:t>- Most purchased price ranges</a:t>
            </a:r>
          </a:p>
          <a:p>
            <a:r>
              <a:t>- Popular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marketing for low-performing regions/models</a:t>
            </a:r>
          </a:p>
          <a:p>
            <a:r>
              <a:t>- Focus inventory on high-demand models</a:t>
            </a:r>
          </a:p>
          <a:p>
            <a:r>
              <a:t>- Adjust pricing strategies based on customer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insights and next steps.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